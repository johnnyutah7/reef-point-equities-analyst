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0A0A"/>
                </a:solidFill>
              </a:defRPr>
            </a:pPr>
            <a:r>
              <a:t>REEF POINT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{TICKER}  ·  EQUITY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Takeaway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446520"/>
            <a:ext cx="576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Proprietary &amp; Confidential  ·  Copyright © 2026.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